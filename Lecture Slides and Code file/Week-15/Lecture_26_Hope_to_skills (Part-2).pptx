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gXXc/WPJtXYE2tBicnQlsODJ7M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4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791db8aec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2791db8aec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1db8aec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1db8aec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91db8aec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91db8aec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91db8aecc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91db8aecc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91db8aec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91db8aecc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91db8aecc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1db8aecc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91db8aecc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91db8aecc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91db8aecc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91db8aecc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91db8aecc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91db8aecc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91db8aecc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791db8aecc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791db8aecc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791db8aecc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791db8aecc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791db8aecc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791db8aec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2791db8aecc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762d78d48a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2762d78d48a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791db8aecc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791db8aecc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4327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  <a:defRPr/>
            </a:lvl1pPr>
            <a:lvl2pPr marL="914400" lvl="1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  <a:defRPr/>
            </a:lvl2pPr>
            <a:lvl3pPr marL="1371600" lvl="2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■"/>
              <a:defRPr/>
            </a:lvl3pPr>
            <a:lvl4pPr marL="1828800" lvl="3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  <a:defRPr/>
            </a:lvl4pPr>
            <a:lvl5pPr marL="2286000" lvl="4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  <a:defRPr/>
            </a:lvl5pPr>
            <a:lvl6pPr marL="2743200" lvl="5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■"/>
              <a:defRPr/>
            </a:lvl6pPr>
            <a:lvl7pPr marL="3200400" lvl="6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  <a:defRPr/>
            </a:lvl7pPr>
            <a:lvl8pPr marL="3657600" lvl="7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  <a:defRPr/>
            </a:lvl8pPr>
            <a:lvl9pPr marL="4114800" lvl="8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791db8aecc_0_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Why is it Important?</a:t>
            </a:r>
            <a:endParaRPr sz="3020" b="1"/>
          </a:p>
        </p:txBody>
      </p:sp>
      <p:sp>
        <p:nvSpPr>
          <p:cNvPr id="164" name="Google Shape;164;g2791db8aecc_0_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65" name="Google Shape;165;g2791db8aecc_0_41"/>
          <p:cNvSpPr txBox="1">
            <a:spLocks noGrp="1"/>
          </p:cNvSpPr>
          <p:nvPr>
            <p:ph type="body" idx="1"/>
          </p:nvPr>
        </p:nvSpPr>
        <p:spPr>
          <a:xfrm>
            <a:off x="311700" y="113222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Data Compression:</a:t>
            </a:r>
            <a:r>
              <a:rPr lang="en">
                <a:solidFill>
                  <a:schemeClr val="dk1"/>
                </a:solidFill>
              </a:rPr>
              <a:t> The encoding is much smaller than the original data, making it efficient to store and transmit.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Feature Extraction:</a:t>
            </a:r>
            <a:r>
              <a:rPr lang="en">
                <a:solidFill>
                  <a:schemeClr val="dk1"/>
                </a:solidFill>
              </a:rPr>
              <a:t> The encoder learns to extract valuable information, which can be used for various tasks.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66" name="Google Shape;166;g2791db8aecc_0_41"/>
          <p:cNvPicPr preferRelativeResize="0"/>
          <p:nvPr/>
        </p:nvPicPr>
        <p:blipFill rotWithShape="1">
          <a:blip r:embed="rId3">
            <a:alphaModFix/>
          </a:blip>
          <a:srcRect l="1860" t="14456" r="44210" b="5273"/>
          <a:stretch/>
        </p:blipFill>
        <p:spPr>
          <a:xfrm>
            <a:off x="2944600" y="2414525"/>
            <a:ext cx="4761649" cy="25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91db8aecc_0_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What is a Decoder?</a:t>
            </a:r>
            <a:endParaRPr sz="3020" b="1"/>
          </a:p>
        </p:txBody>
      </p:sp>
      <p:sp>
        <p:nvSpPr>
          <p:cNvPr id="172" name="Google Shape;172;g2791db8aecc_0_72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decoder is like an </a:t>
            </a:r>
            <a:r>
              <a:rPr lang="en" b="1">
                <a:solidFill>
                  <a:srgbClr val="CC0000"/>
                </a:solidFill>
              </a:rPr>
              <a:t>artist </a:t>
            </a:r>
            <a:r>
              <a:rPr lang="en">
                <a:solidFill>
                  <a:schemeClr val="dk1"/>
                </a:solidFill>
              </a:rPr>
              <a:t>that takes the compact representation (</a:t>
            </a:r>
            <a:r>
              <a:rPr lang="en" b="1">
                <a:solidFill>
                  <a:srgbClr val="CC0000"/>
                </a:solidFill>
              </a:rPr>
              <a:t>encoding</a:t>
            </a:r>
            <a:r>
              <a:rPr lang="en">
                <a:solidFill>
                  <a:schemeClr val="dk1"/>
                </a:solidFill>
              </a:rPr>
              <a:t>) from the encoder and </a:t>
            </a:r>
            <a:r>
              <a:rPr lang="en" b="1">
                <a:solidFill>
                  <a:srgbClr val="CC0000"/>
                </a:solidFill>
              </a:rPr>
              <a:t>recreates</a:t>
            </a:r>
            <a:r>
              <a:rPr lang="en">
                <a:solidFill>
                  <a:schemeClr val="dk1"/>
                </a:solidFill>
              </a:rPr>
              <a:t> the </a:t>
            </a:r>
            <a:r>
              <a:rPr lang="en" b="1">
                <a:solidFill>
                  <a:srgbClr val="CC0000"/>
                </a:solidFill>
              </a:rPr>
              <a:t>original data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It's the second part of the autoencoder and responsible for generating output from the encoding.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g2791db8aecc_0_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791db8aecc_0_8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 How Does the Decoder Work?</a:t>
            </a:r>
            <a:endParaRPr sz="3020" b="1"/>
          </a:p>
        </p:txBody>
      </p:sp>
      <p:sp>
        <p:nvSpPr>
          <p:cNvPr id="179" name="Google Shape;179;g2791db8aecc_0_80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Imagine a </a:t>
            </a:r>
            <a:r>
              <a:rPr lang="en" b="1">
                <a:solidFill>
                  <a:srgbClr val="CC0000"/>
                </a:solidFill>
              </a:rPr>
              <a:t>decoder</a:t>
            </a:r>
            <a:r>
              <a:rPr lang="en">
                <a:solidFill>
                  <a:schemeClr val="dk1"/>
                </a:solidFill>
              </a:rPr>
              <a:t> as a </a:t>
            </a:r>
            <a:r>
              <a:rPr lang="en" b="1">
                <a:solidFill>
                  <a:srgbClr val="CC0000"/>
                </a:solidFill>
              </a:rPr>
              <a:t>reverse funnel</a:t>
            </a:r>
            <a:r>
              <a:rPr lang="en">
                <a:solidFill>
                  <a:schemeClr val="dk1"/>
                </a:solidFill>
              </a:rPr>
              <a:t> that </a:t>
            </a:r>
            <a:r>
              <a:rPr lang="en" b="1">
                <a:solidFill>
                  <a:srgbClr val="CC0000"/>
                </a:solidFill>
              </a:rPr>
              <a:t>expands</a:t>
            </a:r>
            <a:r>
              <a:rPr lang="en">
                <a:solidFill>
                  <a:schemeClr val="dk1"/>
                </a:solidFill>
              </a:rPr>
              <a:t> the compact representation back into a </a:t>
            </a:r>
            <a:r>
              <a:rPr lang="en" b="1">
                <a:solidFill>
                  <a:srgbClr val="CC0000"/>
                </a:solidFill>
              </a:rPr>
              <a:t>full image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 b="1">
                <a:solidFill>
                  <a:srgbClr val="CC0000"/>
                </a:solidFill>
              </a:rPr>
              <a:t>data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transforms the encoding from the </a:t>
            </a:r>
            <a:r>
              <a:rPr lang="en" b="1">
                <a:solidFill>
                  <a:srgbClr val="CC0000"/>
                </a:solidFill>
              </a:rPr>
              <a:t>latent space</a:t>
            </a:r>
            <a:r>
              <a:rPr lang="en">
                <a:solidFill>
                  <a:schemeClr val="dk1"/>
                </a:solidFill>
              </a:rPr>
              <a:t> back into a </a:t>
            </a:r>
            <a:r>
              <a:rPr lang="en" b="1">
                <a:solidFill>
                  <a:srgbClr val="CC0000"/>
                </a:solidFill>
              </a:rPr>
              <a:t>reconstructed output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" name="Google Shape;180;g2791db8aecc_0_8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791db8aecc_0_8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 Decoding Process</a:t>
            </a:r>
            <a:endParaRPr sz="3020" b="1"/>
          </a:p>
        </p:txBody>
      </p:sp>
      <p:sp>
        <p:nvSpPr>
          <p:cNvPr id="186" name="Google Shape;186;g2791db8aecc_0_88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Step 1: </a:t>
            </a:r>
            <a:r>
              <a:rPr lang="en">
                <a:solidFill>
                  <a:schemeClr val="dk1"/>
                </a:solidFill>
              </a:rPr>
              <a:t>The encoded data (latent space representation) is fed into the decoder.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Step 2:</a:t>
            </a:r>
            <a:r>
              <a:rPr lang="en">
                <a:solidFill>
                  <a:schemeClr val="dk1"/>
                </a:solidFill>
              </a:rPr>
              <a:t> The decoder consists of layers that learn to reverse the compression process by generating features and patterns.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Step 3:</a:t>
            </a:r>
            <a:r>
              <a:rPr lang="en">
                <a:solidFill>
                  <a:schemeClr val="dk1"/>
                </a:solidFill>
              </a:rPr>
              <a:t> These generated features are combined to reconstruct the original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" name="Google Shape;187;g2791db8aecc_0_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91db8aecc_0_9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Recreating Original Data</a:t>
            </a:r>
            <a:endParaRPr sz="3020" b="1"/>
          </a:p>
        </p:txBody>
      </p:sp>
      <p:sp>
        <p:nvSpPr>
          <p:cNvPr id="193" name="Google Shape;193;g2791db8aecc_0_96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decoder's goal is to </a:t>
            </a:r>
            <a:r>
              <a:rPr lang="en" b="1">
                <a:solidFill>
                  <a:srgbClr val="CC0000"/>
                </a:solidFill>
              </a:rPr>
              <a:t>recreate</a:t>
            </a:r>
            <a:r>
              <a:rPr lang="en">
                <a:solidFill>
                  <a:schemeClr val="dk1"/>
                </a:solidFill>
              </a:rPr>
              <a:t> data as close to the </a:t>
            </a:r>
            <a:r>
              <a:rPr lang="en" b="1">
                <a:solidFill>
                  <a:srgbClr val="CC0000"/>
                </a:solidFill>
              </a:rPr>
              <a:t>original</a:t>
            </a:r>
            <a:r>
              <a:rPr lang="en">
                <a:solidFill>
                  <a:schemeClr val="dk1"/>
                </a:solidFill>
              </a:rPr>
              <a:t> input as possible.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uses the </a:t>
            </a:r>
            <a:r>
              <a:rPr lang="en" b="1">
                <a:solidFill>
                  <a:srgbClr val="CC0000"/>
                </a:solidFill>
              </a:rPr>
              <a:t>knowledge </a:t>
            </a:r>
            <a:r>
              <a:rPr lang="en">
                <a:solidFill>
                  <a:schemeClr val="dk1"/>
                </a:solidFill>
              </a:rPr>
              <a:t>it gained from the encoder to generate meaningful features.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" name="Google Shape;194;g2791db8aecc_0_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95" name="Google Shape;195;g2791db8aecc_0_96"/>
          <p:cNvPicPr preferRelativeResize="0"/>
          <p:nvPr/>
        </p:nvPicPr>
        <p:blipFill rotWithShape="1">
          <a:blip r:embed="rId3">
            <a:alphaModFix/>
          </a:blip>
          <a:srcRect l="41424"/>
          <a:stretch/>
        </p:blipFill>
        <p:spPr>
          <a:xfrm>
            <a:off x="2113575" y="2066375"/>
            <a:ext cx="5136374" cy="27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791db8aecc_0_10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Why is it Important?</a:t>
            </a:r>
            <a:endParaRPr sz="3020" b="1"/>
          </a:p>
        </p:txBody>
      </p:sp>
      <p:sp>
        <p:nvSpPr>
          <p:cNvPr id="201" name="Google Shape;201;g2791db8aecc_0_104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Data Reconstruction:</a:t>
            </a:r>
            <a:r>
              <a:rPr lang="en">
                <a:solidFill>
                  <a:schemeClr val="dk1"/>
                </a:solidFill>
              </a:rPr>
              <a:t> The decoder's job is to bring back the data's original form from the compressed encoding.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Completing the Loop:</a:t>
            </a:r>
            <a:r>
              <a:rPr lang="en">
                <a:solidFill>
                  <a:schemeClr val="dk1"/>
                </a:solidFill>
              </a:rPr>
              <a:t> Autoencoders aim to minimize the difference between the input and the reconstructed output.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2" name="Google Shape;202;g2791db8aecc_0_1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203" name="Google Shape;203;g2791db8aecc_0_104"/>
          <p:cNvPicPr preferRelativeResize="0"/>
          <p:nvPr/>
        </p:nvPicPr>
        <p:blipFill rotWithShape="1">
          <a:blip r:embed="rId3">
            <a:alphaModFix/>
          </a:blip>
          <a:srcRect l="41424"/>
          <a:stretch/>
        </p:blipFill>
        <p:spPr>
          <a:xfrm>
            <a:off x="2180950" y="2571750"/>
            <a:ext cx="4424751" cy="23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91db8aecc_0_2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Simple/Vanilla Auto-encoder</a:t>
            </a:r>
            <a:endParaRPr sz="3020" b="1"/>
          </a:p>
        </p:txBody>
      </p:sp>
      <p:sp>
        <p:nvSpPr>
          <p:cNvPr id="209" name="Google Shape;209;g2791db8aecc_0_2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210" name="Google Shape;210;g2791db8aecc_0_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1524000"/>
            <a:ext cx="6667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91db8aecc_0_1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Types of Auto-Encoders</a:t>
            </a:r>
            <a:endParaRPr sz="3020" b="1"/>
          </a:p>
        </p:txBody>
      </p:sp>
      <p:sp>
        <p:nvSpPr>
          <p:cNvPr id="216" name="Google Shape;216;g2791db8aecc_0_169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Vanilla Autoencoder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Denoising Autoencoder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Variational Autoencoder (VAE):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17" name="Google Shape;217;g2791db8aecc_0_1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91db8aecc_0_20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Denoising Autoencoder</a:t>
            </a:r>
            <a:endParaRPr b="1"/>
          </a:p>
        </p:txBody>
      </p:sp>
      <p:sp>
        <p:nvSpPr>
          <p:cNvPr id="223" name="Google Shape;223;g2791db8aecc_0_20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91db8aecc_0_1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Input Image</a:t>
            </a:r>
            <a:endParaRPr sz="3020" b="1"/>
          </a:p>
        </p:txBody>
      </p:sp>
      <p:sp>
        <p:nvSpPr>
          <p:cNvPr id="229" name="Google Shape;229;g2791db8aecc_0_1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230" name="Google Shape;230;g2791db8aecc_0_179"/>
          <p:cNvPicPr preferRelativeResize="0"/>
          <p:nvPr/>
        </p:nvPicPr>
        <p:blipFill rotWithShape="1">
          <a:blip r:embed="rId3">
            <a:alphaModFix/>
          </a:blip>
          <a:srcRect l="8860" t="4968" r="2083" b="11111"/>
          <a:stretch/>
        </p:blipFill>
        <p:spPr>
          <a:xfrm>
            <a:off x="1237575" y="1329675"/>
            <a:ext cx="6232850" cy="30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91db8aecc_0_1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18" b="1"/>
              <a:t>Output Image</a:t>
            </a:r>
            <a:endParaRPr sz="2820"/>
          </a:p>
        </p:txBody>
      </p:sp>
      <p:sp>
        <p:nvSpPr>
          <p:cNvPr id="236" name="Google Shape;236;g2791db8aecc_0_1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237" name="Google Shape;237;g2791db8aecc_0_185"/>
          <p:cNvPicPr preferRelativeResize="0"/>
          <p:nvPr/>
        </p:nvPicPr>
        <p:blipFill rotWithShape="1">
          <a:blip r:embed="rId3">
            <a:alphaModFix/>
          </a:blip>
          <a:srcRect l="8928" t="5733" r="973" b="11285"/>
          <a:stretch/>
        </p:blipFill>
        <p:spPr>
          <a:xfrm>
            <a:off x="1552025" y="1374600"/>
            <a:ext cx="6378850" cy="305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91db8aecc_0_19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Denoising Autoencoder</a:t>
            </a:r>
            <a:endParaRPr sz="3020" b="1"/>
          </a:p>
        </p:txBody>
      </p:sp>
      <p:sp>
        <p:nvSpPr>
          <p:cNvPr id="243" name="Google Shape;243;g2791db8aecc_0_196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Denoising Autoencoders are a type of neural network.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Designed to </a:t>
            </a:r>
            <a:r>
              <a:rPr lang="en" b="1">
                <a:solidFill>
                  <a:srgbClr val="CC0000"/>
                </a:solidFill>
              </a:rPr>
              <a:t>clean noisy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 b="1">
                <a:solidFill>
                  <a:srgbClr val="CC0000"/>
                </a:solidFill>
              </a:rPr>
              <a:t>corrupted data</a:t>
            </a:r>
            <a:r>
              <a:rPr lang="en">
                <a:solidFill>
                  <a:schemeClr val="dk1"/>
                </a:solidFill>
              </a:rPr>
              <a:t> and extract </a:t>
            </a:r>
            <a:r>
              <a:rPr lang="en" b="1">
                <a:solidFill>
                  <a:srgbClr val="CC0000"/>
                </a:solidFill>
              </a:rPr>
              <a:t>essential features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44" name="Google Shape;244;g2791db8aecc_0_1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91db8aecc_0_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Denoising Autoencoder</a:t>
            </a:r>
            <a:endParaRPr sz="3020" b="1"/>
          </a:p>
        </p:txBody>
      </p:sp>
      <p:sp>
        <p:nvSpPr>
          <p:cNvPr id="250" name="Google Shape;250;g2791db8aecc_0_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51" name="Google Shape;251;g2791db8aecc_0_48"/>
          <p:cNvSpPr txBox="1">
            <a:spLocks noGrp="1"/>
          </p:cNvSpPr>
          <p:nvPr>
            <p:ph type="body" idx="1"/>
          </p:nvPr>
        </p:nvSpPr>
        <p:spPr>
          <a:xfrm>
            <a:off x="311700" y="113222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52" name="Google Shape;252;g2791db8aecc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32213"/>
            <a:ext cx="8001000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762d78d48a_1_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Denoising Autoencoder</a:t>
            </a:r>
            <a:endParaRPr sz="3020" b="1"/>
          </a:p>
        </p:txBody>
      </p:sp>
      <p:sp>
        <p:nvSpPr>
          <p:cNvPr id="258" name="Google Shape;258;g2762d78d48a_1_81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59" name="Google Shape;259;g2762d78d48a_1_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260" name="Google Shape;260;g2762d78d48a_1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850" y="1275038"/>
            <a:ext cx="7934226" cy="386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791db8aecc_0_157"/>
          <p:cNvSpPr txBox="1">
            <a:spLocks noGrp="1"/>
          </p:cNvSpPr>
          <p:nvPr>
            <p:ph type="title"/>
          </p:nvPr>
        </p:nvSpPr>
        <p:spPr>
          <a:xfrm>
            <a:off x="64625" y="2500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Quiz</a:t>
            </a:r>
            <a:endParaRPr sz="3020" b="1"/>
          </a:p>
        </p:txBody>
      </p:sp>
      <p:sp>
        <p:nvSpPr>
          <p:cNvPr id="266" name="Google Shape;266;g2791db8aecc_0_1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PresentationFormat>On-screen Show (16:9)</PresentationFormat>
  <Paragraphs>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Simple Light</vt:lpstr>
      <vt:lpstr>Why is it Important?</vt:lpstr>
      <vt:lpstr>What is a Decoder?</vt:lpstr>
      <vt:lpstr> How Does the Decoder Work?</vt:lpstr>
      <vt:lpstr> Decoding Process</vt:lpstr>
      <vt:lpstr>Recreating Original Data</vt:lpstr>
      <vt:lpstr>Why is it Important?</vt:lpstr>
      <vt:lpstr>Simple/Vanilla Auto-encoder</vt:lpstr>
      <vt:lpstr>Types of Auto-Encoders</vt:lpstr>
      <vt:lpstr>Denoising Autoencoder</vt:lpstr>
      <vt:lpstr>Input Image</vt:lpstr>
      <vt:lpstr>Output Image</vt:lpstr>
      <vt:lpstr>Denoising Autoencoder</vt:lpstr>
      <vt:lpstr>Denoising Autoencoder</vt:lpstr>
      <vt:lpstr>Denoising Autoencoder</vt:lpstr>
      <vt:lpstr>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Hope to Skills</dc:title>
  <cp:lastModifiedBy>Ghost 👻</cp:lastModifiedBy>
  <cp:revision>2</cp:revision>
  <dcterms:modified xsi:type="dcterms:W3CDTF">2024-01-19T19:33:13Z</dcterms:modified>
</cp:coreProperties>
</file>