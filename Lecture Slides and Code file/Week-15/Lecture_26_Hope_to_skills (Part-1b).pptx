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XXc/WPJtXYE2tBicnQlsODJ7M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4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3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91db8aec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91db8aec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6debbecbc0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6debbecbc0_2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62d78d48a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2762d78d48a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91db8aec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791db8aec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91db8aec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2791db8aec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91db8aec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791db8aec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91db8aec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2791db8aec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4327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  <a:defRPr/>
            </a:lvl1pPr>
            <a:lvl2pPr marL="914400" lvl="1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  <a:defRPr/>
            </a:lvl2pPr>
            <a:lvl3pPr marL="1371600" lvl="2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■"/>
              <a:defRPr/>
            </a:lvl3pPr>
            <a:lvl4pPr marL="1828800" lvl="3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  <a:defRPr/>
            </a:lvl4pPr>
            <a:lvl5pPr marL="2286000" lvl="4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  <a:defRPr/>
            </a:lvl5pPr>
            <a:lvl6pPr marL="2743200" lvl="5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■"/>
              <a:defRPr/>
            </a:lvl6pPr>
            <a:lvl7pPr marL="3200400" lvl="6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  <a:defRPr/>
            </a:lvl7pPr>
            <a:lvl8pPr marL="3657600" lvl="7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  <a:defRPr/>
            </a:lvl8pPr>
            <a:lvl9pPr marL="4114800" lvl="8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91db8aecc_0_1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Encoders &amp; Decoders in Deep Learning</a:t>
            </a:r>
            <a:endParaRPr sz="3020" b="1"/>
          </a:p>
        </p:txBody>
      </p:sp>
      <p:sp>
        <p:nvSpPr>
          <p:cNvPr id="112" name="Google Shape;112;g2791db8aecc_0_163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Encoder</a:t>
            </a:r>
            <a:endParaRPr sz="2000" b="1">
              <a:solidFill>
                <a:schemeClr val="dk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Converts </a:t>
            </a:r>
            <a:r>
              <a:rPr lang="en" b="1">
                <a:solidFill>
                  <a:srgbClr val="CC0000"/>
                </a:solidFill>
              </a:rPr>
              <a:t>original data</a:t>
            </a:r>
            <a:r>
              <a:rPr lang="en">
                <a:solidFill>
                  <a:schemeClr val="dk1"/>
                </a:solidFill>
              </a:rPr>
              <a:t> into a </a:t>
            </a:r>
            <a:r>
              <a:rPr lang="en" b="1">
                <a:solidFill>
                  <a:srgbClr val="CC0000"/>
                </a:solidFill>
              </a:rPr>
              <a:t>secret code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Uses rules or transformations to hide the message.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Decoder</a:t>
            </a:r>
            <a:endParaRPr sz="2000" b="1">
              <a:solidFill>
                <a:schemeClr val="dk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Reverts the</a:t>
            </a:r>
            <a:r>
              <a:rPr lang="en" b="1">
                <a:solidFill>
                  <a:srgbClr val="CC0000"/>
                </a:solidFill>
              </a:rPr>
              <a:t> secret code</a:t>
            </a:r>
            <a:r>
              <a:rPr lang="en">
                <a:solidFill>
                  <a:schemeClr val="dk1"/>
                </a:solidFill>
              </a:rPr>
              <a:t> back to the </a:t>
            </a:r>
            <a:r>
              <a:rPr lang="en" b="1">
                <a:solidFill>
                  <a:srgbClr val="CC0000"/>
                </a:solidFill>
              </a:rPr>
              <a:t>original data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Understands the </a:t>
            </a:r>
            <a:r>
              <a:rPr lang="en" b="1">
                <a:solidFill>
                  <a:srgbClr val="CC0000"/>
                </a:solidFill>
              </a:rPr>
              <a:t>rules</a:t>
            </a:r>
            <a:r>
              <a:rPr lang="en">
                <a:solidFill>
                  <a:schemeClr val="dk1"/>
                </a:solidFill>
              </a:rPr>
              <a:t> to reverse the encoding.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Enables understanding of the hidden message.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g2791db8aecc_0_1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debbecbc0_2_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What Are Autoencoders?</a:t>
            </a:r>
            <a:endParaRPr sz="3020" b="1"/>
          </a:p>
        </p:txBody>
      </p:sp>
      <p:sp>
        <p:nvSpPr>
          <p:cNvPr id="119" name="Google Shape;119;g26debbecbc0_2_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20" name="Google Shape;120;g26debbecbc0_2_77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A type of neural network designed for </a:t>
            </a:r>
            <a:r>
              <a:rPr lang="en" b="1">
                <a:solidFill>
                  <a:srgbClr val="CC0000"/>
                </a:solidFill>
              </a:rPr>
              <a:t>dimensionality reduction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b="1">
                <a:solidFill>
                  <a:srgbClr val="CC0000"/>
                </a:solidFill>
              </a:rPr>
              <a:t>feature learning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>
                <a:solidFill>
                  <a:schemeClr val="dk1"/>
                </a:solidFill>
              </a:rPr>
              <a:t>Primary goal:</a:t>
            </a:r>
            <a:r>
              <a:rPr lang="en">
                <a:solidFill>
                  <a:schemeClr val="dk1"/>
                </a:solidFill>
              </a:rPr>
              <a:t> To encode data into a </a:t>
            </a:r>
            <a:r>
              <a:rPr lang="en" b="1">
                <a:solidFill>
                  <a:srgbClr val="CC0000"/>
                </a:solidFill>
              </a:rPr>
              <a:t>compact representation</a:t>
            </a:r>
            <a:r>
              <a:rPr lang="en">
                <a:solidFill>
                  <a:schemeClr val="dk1"/>
                </a:solidFill>
              </a:rPr>
              <a:t> and then decode it for </a:t>
            </a:r>
            <a:r>
              <a:rPr lang="en" b="1">
                <a:solidFill>
                  <a:srgbClr val="CC0000"/>
                </a:solidFill>
              </a:rPr>
              <a:t>reconstruction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62d78d48a_1_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Anatomy of an Autoencoder</a:t>
            </a:r>
            <a:endParaRPr sz="3020" b="1"/>
          </a:p>
        </p:txBody>
      </p:sp>
      <p:sp>
        <p:nvSpPr>
          <p:cNvPr id="126" name="Google Shape;126;g2762d78d48a_1_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27" name="Google Shape;127;g2762d78d48a_1_54"/>
          <p:cNvSpPr txBox="1">
            <a:spLocks noGrp="1"/>
          </p:cNvSpPr>
          <p:nvPr>
            <p:ph type="body" idx="1"/>
          </p:nvPr>
        </p:nvSpPr>
        <p:spPr>
          <a:xfrm>
            <a:off x="311700" y="113222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>
                <a:solidFill>
                  <a:schemeClr val="dk1"/>
                </a:solidFill>
              </a:rPr>
              <a:t>Components:</a:t>
            </a:r>
            <a:r>
              <a:rPr lang="en">
                <a:solidFill>
                  <a:schemeClr val="dk1"/>
                </a:solidFill>
              </a:rPr>
              <a:t> Encoder, Bottleneck/Hidden Layer, Decoder.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28" name="Google Shape;128;g2762d78d48a_1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025" y="1676138"/>
            <a:ext cx="571500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791db8aecc_0_2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Anatomy of an Autoencoder</a:t>
            </a:r>
            <a:endParaRPr sz="3020" b="1"/>
          </a:p>
        </p:txBody>
      </p:sp>
      <p:sp>
        <p:nvSpPr>
          <p:cNvPr id="134" name="Google Shape;134;g2791db8aecc_0_2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35" name="Google Shape;135;g2791db8aecc_0_220"/>
          <p:cNvSpPr txBox="1">
            <a:spLocks noGrp="1"/>
          </p:cNvSpPr>
          <p:nvPr>
            <p:ph type="body" idx="1"/>
          </p:nvPr>
        </p:nvSpPr>
        <p:spPr>
          <a:xfrm>
            <a:off x="311700" y="113222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>
                <a:solidFill>
                  <a:schemeClr val="dk1"/>
                </a:solidFill>
              </a:rPr>
              <a:t>Components:</a:t>
            </a:r>
            <a:r>
              <a:rPr lang="en">
                <a:solidFill>
                  <a:schemeClr val="dk1"/>
                </a:solidFill>
              </a:rPr>
              <a:t> Encoder, Bottleneck/Hidden Layer, Decoder.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36" name="Google Shape;136;g2791db8aecc_0_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588" y="2048550"/>
            <a:ext cx="6943275" cy="252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91db8aecc_0_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Encoder</a:t>
            </a:r>
            <a:endParaRPr sz="3020" b="1"/>
          </a:p>
        </p:txBody>
      </p:sp>
      <p:sp>
        <p:nvSpPr>
          <p:cNvPr id="142" name="Google Shape;142;g2791db8aecc_0_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43" name="Google Shape;143;g2791db8aecc_0_27"/>
          <p:cNvSpPr txBox="1">
            <a:spLocks noGrp="1"/>
          </p:cNvSpPr>
          <p:nvPr>
            <p:ph type="body" idx="1"/>
          </p:nvPr>
        </p:nvSpPr>
        <p:spPr>
          <a:xfrm>
            <a:off x="311700" y="113222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encoder is like a </a:t>
            </a:r>
            <a:r>
              <a:rPr lang="en" b="1">
                <a:solidFill>
                  <a:srgbClr val="CC0000"/>
                </a:solidFill>
              </a:rPr>
              <a:t>detective</a:t>
            </a:r>
            <a:r>
              <a:rPr lang="en">
                <a:solidFill>
                  <a:schemeClr val="dk1"/>
                </a:solidFill>
              </a:rPr>
              <a:t> that learns to capture the most </a:t>
            </a:r>
            <a:r>
              <a:rPr lang="en" b="1">
                <a:solidFill>
                  <a:srgbClr val="CC0000"/>
                </a:solidFill>
              </a:rPr>
              <a:t>important features</a:t>
            </a:r>
            <a:r>
              <a:rPr lang="en">
                <a:solidFill>
                  <a:schemeClr val="dk1"/>
                </a:solidFill>
              </a:rPr>
              <a:t> of an image or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It's the first part of the autoencoder and responsible for compressing the input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91db8aecc_0_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How Does the Encoder Work?</a:t>
            </a:r>
            <a:endParaRPr sz="3020" b="1"/>
          </a:p>
        </p:txBody>
      </p:sp>
      <p:sp>
        <p:nvSpPr>
          <p:cNvPr id="149" name="Google Shape;149;g2791db8aecc_0_56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Imagine an encoder as a </a:t>
            </a:r>
            <a:r>
              <a:rPr lang="en" b="1">
                <a:solidFill>
                  <a:srgbClr val="CC0000"/>
                </a:solidFill>
              </a:rPr>
              <a:t>funnel that squeezes </a:t>
            </a:r>
            <a:r>
              <a:rPr lang="en">
                <a:solidFill>
                  <a:schemeClr val="dk1"/>
                </a:solidFill>
              </a:rPr>
              <a:t>a big picture into a smaller </a:t>
            </a:r>
            <a:r>
              <a:rPr lang="en" b="1">
                <a:solidFill>
                  <a:srgbClr val="CC0000"/>
                </a:solidFill>
              </a:rPr>
              <a:t>representation.</a:t>
            </a:r>
            <a:endParaRPr b="1">
              <a:solidFill>
                <a:srgbClr val="CC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transforms the input data (e.g., an image) into a compact form called the latent space or </a:t>
            </a:r>
            <a:r>
              <a:rPr lang="en" b="1">
                <a:solidFill>
                  <a:srgbClr val="CC0000"/>
                </a:solidFill>
              </a:rPr>
              <a:t>encoding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g2791db8aecc_0_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91db8aecc_0_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Encoding Process</a:t>
            </a:r>
            <a:endParaRPr sz="3020" b="1"/>
          </a:p>
        </p:txBody>
      </p:sp>
      <p:sp>
        <p:nvSpPr>
          <p:cNvPr id="156" name="Google Shape;156;g2791db8aecc_0_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57" name="Google Shape;157;g2791db8aecc_0_34"/>
          <p:cNvSpPr txBox="1">
            <a:spLocks noGrp="1"/>
          </p:cNvSpPr>
          <p:nvPr>
            <p:ph type="body" idx="1"/>
          </p:nvPr>
        </p:nvSpPr>
        <p:spPr>
          <a:xfrm>
            <a:off x="311700" y="113222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Step 1:</a:t>
            </a:r>
            <a:r>
              <a:rPr lang="en">
                <a:solidFill>
                  <a:schemeClr val="dk1"/>
                </a:solidFill>
              </a:rPr>
              <a:t> The input data, such as an image, is fed into the encoder.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Step 2: </a:t>
            </a:r>
            <a:r>
              <a:rPr lang="en">
                <a:solidFill>
                  <a:schemeClr val="dk1"/>
                </a:solidFill>
              </a:rPr>
              <a:t>The encoder consists of layers of neurons that learn patterns and features in the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Step 3:</a:t>
            </a:r>
            <a:r>
              <a:rPr lang="en">
                <a:solidFill>
                  <a:schemeClr val="dk1"/>
                </a:solidFill>
              </a:rPr>
              <a:t> These patterns are combined and transformed into a compact representation in the latent space.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58" name="Google Shape;158;g2791db8aecc_0_34"/>
          <p:cNvPicPr preferRelativeResize="0"/>
          <p:nvPr/>
        </p:nvPicPr>
        <p:blipFill rotWithShape="1">
          <a:blip r:embed="rId3">
            <a:alphaModFix/>
          </a:blip>
          <a:srcRect l="1860" t="14456" r="44210" b="5273"/>
          <a:stretch/>
        </p:blipFill>
        <p:spPr>
          <a:xfrm>
            <a:off x="3980325" y="2571750"/>
            <a:ext cx="4761649" cy="25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On-screen Show (16:9)</PresentationFormat>
  <Paragraphs>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Encoders &amp; Decoders in Deep Learning</vt:lpstr>
      <vt:lpstr>What Are Autoencoders?</vt:lpstr>
      <vt:lpstr>Anatomy of an Autoencoder</vt:lpstr>
      <vt:lpstr>Anatomy of an Autoencoder</vt:lpstr>
      <vt:lpstr>Encoder</vt:lpstr>
      <vt:lpstr>How Does the Encoder Work?</vt:lpstr>
      <vt:lpstr>Encoding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 to Skills</dc:title>
  <cp:lastModifiedBy>Ghost 👻</cp:lastModifiedBy>
  <cp:revision>3</cp:revision>
  <dcterms:modified xsi:type="dcterms:W3CDTF">2024-01-19T19:36:44Z</dcterms:modified>
</cp:coreProperties>
</file>